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58368" y="2148840"/>
            <a:ext cx="10607040" cy="1234440"/>
          </a:xfrm>
        </p:spPr>
        <p:txBody>
          <a:bodyPr wrap="square"/>
          <a:lstStyle/>
          <a:p>
            <a:pPr algn="l">
              <a:defRPr sz="4400" b="1">
                <a:solidFill>
                  <a:srgbClr val="14181C"/>
                </a:solidFill>
                <a:latin typeface="Source Serif 4"/>
              </a:defRPr>
            </a:pPr>
            <a:r>
              <a:rPr lang="en-US" smtClean="0" sz="4400" b="1">
                <a:solidFill>
                  <a:srgbClr val="14181C"/>
                </a:solidFill>
                <a:latin typeface="Source Serif 4"/>
                <a:ea typeface="Source Serif 4"/>
                <a:cs typeface="Source Serif 4"/>
              </a:rPr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58368" y="3429000"/>
            <a:ext cx="9326880" cy="914400"/>
          </a:xfrm>
        </p:spPr>
        <p:txBody>
          <a:bodyPr wrap="square"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l">
              <a:defRPr sz="2000" b="0">
                <a:solidFill>
                  <a:srgbClr val="5A6570"/>
                </a:solidFill>
                <a:latin typeface="Source Sans 3"/>
              </a:defRPr>
            </a:pPr>
            <a:r>
              <a:rPr lang="en-US" smtClean="0" sz="2000" b="0">
                <a:solidFill>
                  <a:srgbClr val="5A6570"/>
                </a:solidFill>
                <a:latin typeface="Source Sans 3"/>
                <a:ea typeface="Source Sans 3"/>
                <a:cs typeface="Source Sans 3"/>
              </a:rPr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/>
          <a:p>
            <a:pPr algn="l">
              <a:defRPr sz="1100" b="0">
                <a:solidFill>
                  <a:srgbClr val="5A6570"/>
                </a:solidFill>
                <a:latin typeface="Source Sans 3"/>
              </a:defRPr>
            </a:pPr>
            <a:fld id="{5BCAD085-E8A6-8845-BD4E-CB4CCA059FC4}" type="datetimeFigureOut">
              <a:rPr lang="en-US" smtClean="0"/>
              <a:t>1/27/13</a:t>
            </a:fld>
            <a:r>
              <a:rPr sz="1100" b="0">
                <a:solidFill>
                  <a:srgbClr val="5A6570"/>
                </a:solidFill>
                <a:latin typeface="Source Sans 3"/>
                <a:ea typeface="Source Sans 3"/>
                <a:cs typeface="Source Sans 3"/>
              </a:rPr>
              <a:t>Internal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/>
          <a:p>
            <a:r>
              <a:t>Causey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384048"/>
            <a:ext cx="10881360" cy="868680"/>
          </a:xfrm>
        </p:spPr>
        <p:txBody>
          <a:bodyPr wrap="square"/>
          <a:lstStyle/>
          <a:p>
            <a:pPr algn="l">
              <a:defRPr sz="3200" b="1">
                <a:solidFill>
                  <a:srgbClr val="14181C"/>
                </a:solidFill>
                <a:latin typeface="Source Serif 4"/>
              </a:defRPr>
            </a:pPr>
            <a:r>
              <a:rPr lang="en-US" smtClean="0" sz="3200" b="1">
                <a:solidFill>
                  <a:srgbClr val="14181C"/>
                </a:solidFill>
                <a:latin typeface="Source Serif 4"/>
                <a:ea typeface="Source Serif 4"/>
                <a:cs typeface="Source Serif 4"/>
              </a:rPr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8368" y="1371600"/>
            <a:ext cx="10881360" cy="4892040"/>
          </a:xfrm>
        </p:spPr>
        <p:txBody>
          <a:bodyPr wrap="square"/>
          <a:lstStyle/>
          <a:p>
            <a:pPr lvl="0" algn="l">
              <a:defRPr sz="1800" b="0">
                <a:solidFill>
                  <a:srgbClr val="14181C"/>
                </a:solidFill>
                <a:latin typeface="Source Sans 3"/>
              </a:defRPr>
            </a:pPr>
            <a:r>
              <a:rPr lang="en-US" smtClean="0" sz="1800" b="0">
                <a:solidFill>
                  <a:srgbClr val="14181C"/>
                </a:solidFill>
                <a:latin typeface="Source Sans 3"/>
                <a:ea typeface="Source Sans 3"/>
                <a:cs typeface="Source Sans 3"/>
              </a:rPr>
              <a:t>Click to edit Master text styles</a:t>
            </a:r>
          </a:p>
          <a:p>
            <a:pPr lvl="1" algn="l">
              <a:defRPr sz="1800" b="0">
                <a:solidFill>
                  <a:srgbClr val="14181C"/>
                </a:solidFill>
                <a:latin typeface="Source Sans 3"/>
              </a:defRPr>
            </a:pPr>
            <a:r>
              <a:rPr lang="en-US" smtClean="0" sz="1800" b="0">
                <a:solidFill>
                  <a:srgbClr val="14181C"/>
                </a:solidFill>
                <a:latin typeface="Source Sans 3"/>
                <a:ea typeface="Source Sans 3"/>
                <a:cs typeface="Source Sans 3"/>
              </a:rPr>
              <a:t>Second level</a:t>
            </a:r>
          </a:p>
          <a:p>
            <a:pPr lvl="2" algn="l">
              <a:defRPr sz="1800" b="0">
                <a:solidFill>
                  <a:srgbClr val="14181C"/>
                </a:solidFill>
                <a:latin typeface="Source Sans 3"/>
              </a:defRPr>
            </a:pPr>
            <a:r>
              <a:rPr lang="en-US" smtClean="0" sz="1800" b="0">
                <a:solidFill>
                  <a:srgbClr val="14181C"/>
                </a:solidFill>
                <a:latin typeface="Source Sans 3"/>
                <a:ea typeface="Source Sans 3"/>
                <a:cs typeface="Source Sans 3"/>
              </a:rPr>
              <a:t>Third level</a:t>
            </a:r>
          </a:p>
          <a:p>
            <a:pPr lvl="3" algn="l">
              <a:defRPr sz="1800" b="0">
                <a:solidFill>
                  <a:srgbClr val="14181C"/>
                </a:solidFill>
                <a:latin typeface="Source Sans 3"/>
              </a:defRPr>
            </a:pPr>
            <a:r>
              <a:rPr lang="en-US" smtClean="0" sz="1800" b="0">
                <a:solidFill>
                  <a:srgbClr val="14181C"/>
                </a:solidFill>
                <a:latin typeface="Source Sans 3"/>
                <a:ea typeface="Source Sans 3"/>
                <a:cs typeface="Source Sans 3"/>
              </a:rPr>
              <a:t>Fourth level</a:t>
            </a:r>
          </a:p>
          <a:p>
            <a:pPr lvl="4" algn="l">
              <a:defRPr sz="1800" b="0">
                <a:solidFill>
                  <a:srgbClr val="14181C"/>
                </a:solidFill>
                <a:latin typeface="Source Sans 3"/>
              </a:defRPr>
            </a:pPr>
            <a:r>
              <a:rPr lang="en-US" smtClean="0" sz="1800" b="0">
                <a:solidFill>
                  <a:srgbClr val="14181C"/>
                </a:solidFill>
                <a:latin typeface="Source Sans 3"/>
                <a:ea typeface="Source Sans 3"/>
                <a:cs typeface="Source Sans 3"/>
              </a:rPr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/>
          <a:p>
            <a:pPr algn="l">
              <a:defRPr sz="1100" b="0">
                <a:solidFill>
                  <a:srgbClr val="5A6570"/>
                </a:solidFill>
                <a:latin typeface="Source Sans 3"/>
              </a:defRPr>
            </a:pPr>
            <a:fld id="{5BCAD085-E8A6-8845-BD4E-CB4CCA059FC4}" type="datetimeFigureOut">
              <a:rPr lang="en-US" smtClean="0"/>
              <a:t>1/27/13</a:t>
            </a:fld>
            <a:r>
              <a:rPr sz="1100" b="0">
                <a:solidFill>
                  <a:srgbClr val="5A6570"/>
                </a:solidFill>
                <a:latin typeface="Source Sans 3"/>
                <a:ea typeface="Source Sans 3"/>
                <a:cs typeface="Source Sans 3"/>
              </a:rPr>
              <a:t>Internal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/>
          <a:p>
            <a:r>
              <a:t>Causey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2331720"/>
            <a:ext cx="10607040" cy="1280160"/>
          </a:xfrm>
        </p:spPr>
        <p:txBody>
          <a:bodyPr anchor="t" wrap="square"/>
          <a:lstStyle>
            <a:lvl1pPr algn="l">
              <a:defRPr sz="4000" b="1" cap="all"/>
            </a:lvl1pPr>
          </a:lstStyle>
          <a:p>
            <a:pPr algn="l">
              <a:defRPr sz="4000" b="1">
                <a:solidFill>
                  <a:srgbClr val="14181C"/>
                </a:solidFill>
                <a:latin typeface="Source Serif 4"/>
              </a:defRPr>
            </a:pPr>
            <a:r>
              <a:rPr lang="en-US" smtClean="0" sz="4000" b="1">
                <a:solidFill>
                  <a:srgbClr val="14181C"/>
                </a:solidFill>
                <a:latin typeface="Source Serif 4"/>
                <a:ea typeface="Source Serif 4"/>
                <a:cs typeface="Source Serif 4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8368" y="3703320"/>
            <a:ext cx="9326880" cy="822960"/>
          </a:xfrm>
        </p:spPr>
        <p:txBody>
          <a:bodyPr anchor="b" wrap="square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algn="l">
              <a:defRPr sz="1800" b="0">
                <a:solidFill>
                  <a:srgbClr val="5A6570"/>
                </a:solidFill>
                <a:latin typeface="Source Sans 3"/>
              </a:defRPr>
            </a:pPr>
            <a:r>
              <a:rPr lang="en-US" smtClean="0" sz="1800" b="0">
                <a:solidFill>
                  <a:srgbClr val="5A6570"/>
                </a:solidFill>
                <a:latin typeface="Source Sans 3"/>
                <a:ea typeface="Source Sans 3"/>
                <a:cs typeface="Source Sans 3"/>
              </a:rPr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/>
          <a:p>
            <a:pPr algn="l">
              <a:defRPr sz="1100" b="0">
                <a:solidFill>
                  <a:srgbClr val="5A6570"/>
                </a:solidFill>
                <a:latin typeface="Source Sans 3"/>
              </a:defRPr>
            </a:pPr>
            <a:fld id="{5BCAD085-E8A6-8845-BD4E-CB4CCA059FC4}" type="datetimeFigureOut">
              <a:rPr lang="en-US" smtClean="0"/>
              <a:t>1/27/13</a:t>
            </a:fld>
            <a:r>
              <a:rPr sz="1100" b="0">
                <a:solidFill>
                  <a:srgbClr val="5A6570"/>
                </a:solidFill>
                <a:latin typeface="Source Sans 3"/>
                <a:ea typeface="Source Sans 3"/>
                <a:cs typeface="Source Sans 3"/>
              </a:rPr>
              <a:t>Internal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/>
          <a:p>
            <a:r>
              <a:t>Causey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384048"/>
            <a:ext cx="10881360" cy="868680"/>
          </a:xfrm>
        </p:spPr>
        <p:txBody>
          <a:bodyPr wrap="square"/>
          <a:lstStyle/>
          <a:p>
            <a:pPr algn="l">
              <a:defRPr sz="3200" b="1">
                <a:solidFill>
                  <a:srgbClr val="14181C"/>
                </a:solidFill>
                <a:latin typeface="Source Serif 4"/>
              </a:defRPr>
            </a:pPr>
            <a:r>
              <a:rPr lang="en-US" smtClean="0" sz="3200" b="1">
                <a:solidFill>
                  <a:srgbClr val="14181C"/>
                </a:solidFill>
                <a:latin typeface="Source Serif 4"/>
                <a:ea typeface="Source Serif 4"/>
                <a:cs typeface="Source Serif 4"/>
              </a:rPr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58368" y="1371600"/>
            <a:ext cx="5212080" cy="4892040"/>
          </a:xfrm>
        </p:spPr>
        <p:txBody>
          <a:bodyPr wrap="square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algn="l">
              <a:defRPr sz="1800" b="0">
                <a:solidFill>
                  <a:srgbClr val="14181C"/>
                </a:solidFill>
                <a:latin typeface="Source Sans 3"/>
              </a:defRPr>
            </a:pPr>
            <a:r>
              <a:rPr lang="en-US" smtClean="0" sz="1800" b="0">
                <a:solidFill>
                  <a:srgbClr val="14181C"/>
                </a:solidFill>
                <a:latin typeface="Source Sans 3"/>
                <a:ea typeface="Source Sans 3"/>
                <a:cs typeface="Source Sans 3"/>
              </a:rPr>
              <a:t>Click to edit Master text styles</a:t>
            </a:r>
          </a:p>
          <a:p>
            <a:pPr lvl="1" algn="l">
              <a:defRPr sz="1800" b="0">
                <a:solidFill>
                  <a:srgbClr val="14181C"/>
                </a:solidFill>
                <a:latin typeface="Source Sans 3"/>
              </a:defRPr>
            </a:pPr>
            <a:r>
              <a:rPr lang="en-US" smtClean="0" sz="1800" b="0">
                <a:solidFill>
                  <a:srgbClr val="14181C"/>
                </a:solidFill>
                <a:latin typeface="Source Sans 3"/>
                <a:ea typeface="Source Sans 3"/>
                <a:cs typeface="Source Sans 3"/>
              </a:rPr>
              <a:t>Second level</a:t>
            </a:r>
          </a:p>
          <a:p>
            <a:pPr lvl="2" algn="l">
              <a:defRPr sz="1800" b="0">
                <a:solidFill>
                  <a:srgbClr val="14181C"/>
                </a:solidFill>
                <a:latin typeface="Source Sans 3"/>
              </a:defRPr>
            </a:pPr>
            <a:r>
              <a:rPr lang="en-US" smtClean="0" sz="1800" b="0">
                <a:solidFill>
                  <a:srgbClr val="14181C"/>
                </a:solidFill>
                <a:latin typeface="Source Sans 3"/>
                <a:ea typeface="Source Sans 3"/>
                <a:cs typeface="Source Sans 3"/>
              </a:rPr>
              <a:t>Third level</a:t>
            </a:r>
          </a:p>
          <a:p>
            <a:pPr lvl="3" algn="l">
              <a:defRPr sz="1800" b="0">
                <a:solidFill>
                  <a:srgbClr val="14181C"/>
                </a:solidFill>
                <a:latin typeface="Source Sans 3"/>
              </a:defRPr>
            </a:pPr>
            <a:r>
              <a:rPr lang="en-US" smtClean="0" sz="1800" b="0">
                <a:solidFill>
                  <a:srgbClr val="14181C"/>
                </a:solidFill>
                <a:latin typeface="Source Sans 3"/>
                <a:ea typeface="Source Sans 3"/>
                <a:cs typeface="Source Sans 3"/>
              </a:rPr>
              <a:t>Fourth level</a:t>
            </a:r>
          </a:p>
          <a:p>
            <a:pPr lvl="4" algn="l">
              <a:defRPr sz="1800" b="0">
                <a:solidFill>
                  <a:srgbClr val="14181C"/>
                </a:solidFill>
                <a:latin typeface="Source Sans 3"/>
              </a:defRPr>
            </a:pPr>
            <a:r>
              <a:rPr lang="en-US" smtClean="0" sz="1800" b="0">
                <a:solidFill>
                  <a:srgbClr val="14181C"/>
                </a:solidFill>
                <a:latin typeface="Source Sans 3"/>
                <a:ea typeface="Source Sans 3"/>
                <a:cs typeface="Source Sans 3"/>
              </a:rPr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9360" y="1371600"/>
            <a:ext cx="5212080" cy="4892040"/>
          </a:xfrm>
        </p:spPr>
        <p:txBody>
          <a:bodyPr wrap="square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algn="l">
              <a:defRPr sz="1800" b="0">
                <a:solidFill>
                  <a:srgbClr val="14181C"/>
                </a:solidFill>
                <a:latin typeface="Source Sans 3"/>
              </a:defRPr>
            </a:pPr>
            <a:r>
              <a:rPr lang="en-US" smtClean="0" sz="1800" b="0">
                <a:solidFill>
                  <a:srgbClr val="14181C"/>
                </a:solidFill>
                <a:latin typeface="Source Sans 3"/>
                <a:ea typeface="Source Sans 3"/>
                <a:cs typeface="Source Sans 3"/>
              </a:rPr>
              <a:t>Click to edit Master text styles</a:t>
            </a:r>
          </a:p>
          <a:p>
            <a:pPr lvl="1" algn="l">
              <a:defRPr sz="1800" b="0">
                <a:solidFill>
                  <a:srgbClr val="14181C"/>
                </a:solidFill>
                <a:latin typeface="Source Sans 3"/>
              </a:defRPr>
            </a:pPr>
            <a:r>
              <a:rPr lang="en-US" smtClean="0" sz="1800" b="0">
                <a:solidFill>
                  <a:srgbClr val="14181C"/>
                </a:solidFill>
                <a:latin typeface="Source Sans 3"/>
                <a:ea typeface="Source Sans 3"/>
                <a:cs typeface="Source Sans 3"/>
              </a:rPr>
              <a:t>Second level</a:t>
            </a:r>
          </a:p>
          <a:p>
            <a:pPr lvl="2" algn="l">
              <a:defRPr sz="1800" b="0">
                <a:solidFill>
                  <a:srgbClr val="14181C"/>
                </a:solidFill>
                <a:latin typeface="Source Sans 3"/>
              </a:defRPr>
            </a:pPr>
            <a:r>
              <a:rPr lang="en-US" smtClean="0" sz="1800" b="0">
                <a:solidFill>
                  <a:srgbClr val="14181C"/>
                </a:solidFill>
                <a:latin typeface="Source Sans 3"/>
                <a:ea typeface="Source Sans 3"/>
                <a:cs typeface="Source Sans 3"/>
              </a:rPr>
              <a:t>Third level</a:t>
            </a:r>
          </a:p>
          <a:p>
            <a:pPr lvl="3" algn="l">
              <a:defRPr sz="1800" b="0">
                <a:solidFill>
                  <a:srgbClr val="14181C"/>
                </a:solidFill>
                <a:latin typeface="Source Sans 3"/>
              </a:defRPr>
            </a:pPr>
            <a:r>
              <a:rPr lang="en-US" smtClean="0" sz="1800" b="0">
                <a:solidFill>
                  <a:srgbClr val="14181C"/>
                </a:solidFill>
                <a:latin typeface="Source Sans 3"/>
                <a:ea typeface="Source Sans 3"/>
                <a:cs typeface="Source Sans 3"/>
              </a:rPr>
              <a:t>Fourth level</a:t>
            </a:r>
          </a:p>
          <a:p>
            <a:pPr lvl="4" algn="l">
              <a:defRPr sz="1800" b="0">
                <a:solidFill>
                  <a:srgbClr val="14181C"/>
                </a:solidFill>
                <a:latin typeface="Source Sans 3"/>
              </a:defRPr>
            </a:pPr>
            <a:r>
              <a:rPr lang="en-US" smtClean="0" sz="1800" b="0">
                <a:solidFill>
                  <a:srgbClr val="14181C"/>
                </a:solidFill>
                <a:latin typeface="Source Sans 3"/>
                <a:ea typeface="Source Sans 3"/>
                <a:cs typeface="Source Sans 3"/>
              </a:rPr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/>
          <a:p>
            <a:pPr algn="l">
              <a:defRPr sz="1100" b="0">
                <a:solidFill>
                  <a:srgbClr val="5A6570"/>
                </a:solidFill>
                <a:latin typeface="Source Sans 3"/>
              </a:defRPr>
            </a:pPr>
            <a:fld id="{5BCAD085-E8A6-8845-BD4E-CB4CCA059FC4}" type="datetimeFigureOut">
              <a:rPr lang="en-US" smtClean="0"/>
              <a:t>1/27/13</a:t>
            </a:fld>
            <a:r>
              <a:rPr sz="1100" b="0">
                <a:solidFill>
                  <a:srgbClr val="5A6570"/>
                </a:solidFill>
                <a:latin typeface="Source Sans 3"/>
                <a:ea typeface="Source Sans 3"/>
                <a:cs typeface="Source Sans 3"/>
              </a:rPr>
              <a:t>Internal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/>
          <a:p>
            <a:r>
              <a:t>Causey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384048"/>
            <a:ext cx="10881360" cy="868680"/>
          </a:xfrm>
        </p:spPr>
        <p:txBody>
          <a:bodyPr wrap="square"/>
          <a:lstStyle>
            <a:lvl1pPr>
              <a:defRPr/>
            </a:lvl1pPr>
          </a:lstStyle>
          <a:p>
            <a:pPr algn="l">
              <a:defRPr sz="3200" b="1">
                <a:solidFill>
                  <a:srgbClr val="14181C"/>
                </a:solidFill>
                <a:latin typeface="Source Serif 4"/>
              </a:defRPr>
            </a:pPr>
            <a:r>
              <a:rPr lang="en-US" smtClean="0" sz="3200" b="1">
                <a:solidFill>
                  <a:srgbClr val="14181C"/>
                </a:solidFill>
                <a:latin typeface="Source Serif 4"/>
                <a:ea typeface="Source Serif 4"/>
                <a:cs typeface="Source Serif 4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 wrap="square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algn="l">
              <a:defRPr sz="1800" b="0">
                <a:solidFill>
                  <a:srgbClr val="14181C"/>
                </a:solidFill>
                <a:latin typeface="Source Sans 3"/>
              </a:defRPr>
            </a:pPr>
            <a:r>
              <a:rPr lang="en-US" smtClean="0" sz="1800" b="0">
                <a:solidFill>
                  <a:srgbClr val="14181C"/>
                </a:solidFill>
                <a:latin typeface="Source Sans 3"/>
                <a:ea typeface="Source Sans 3"/>
                <a:cs typeface="Source Sans 3"/>
              </a:rPr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 wrap="square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algn="l">
              <a:defRPr sz="1800" b="0">
                <a:solidFill>
                  <a:srgbClr val="14181C"/>
                </a:solidFill>
                <a:latin typeface="Source Sans 3"/>
              </a:defRPr>
            </a:pPr>
            <a:r>
              <a:rPr lang="en-US" smtClean="0" sz="1800" b="0">
                <a:solidFill>
                  <a:srgbClr val="14181C"/>
                </a:solidFill>
                <a:latin typeface="Source Sans 3"/>
                <a:ea typeface="Source Sans 3"/>
                <a:cs typeface="Source Sans 3"/>
              </a:rPr>
              <a:t>Click to edit Master text styles</a:t>
            </a:r>
          </a:p>
          <a:p>
            <a:pPr lvl="1" algn="l">
              <a:defRPr sz="1800" b="0">
                <a:solidFill>
                  <a:srgbClr val="14181C"/>
                </a:solidFill>
                <a:latin typeface="Source Sans 3"/>
              </a:defRPr>
            </a:pPr>
            <a:r>
              <a:rPr lang="en-US" smtClean="0" sz="1800" b="0">
                <a:solidFill>
                  <a:srgbClr val="14181C"/>
                </a:solidFill>
                <a:latin typeface="Source Sans 3"/>
                <a:ea typeface="Source Sans 3"/>
                <a:cs typeface="Source Sans 3"/>
              </a:rPr>
              <a:t>Second level</a:t>
            </a:r>
          </a:p>
          <a:p>
            <a:pPr lvl="2" algn="l">
              <a:defRPr sz="1800" b="0">
                <a:solidFill>
                  <a:srgbClr val="14181C"/>
                </a:solidFill>
                <a:latin typeface="Source Sans 3"/>
              </a:defRPr>
            </a:pPr>
            <a:r>
              <a:rPr lang="en-US" smtClean="0" sz="1800" b="0">
                <a:solidFill>
                  <a:srgbClr val="14181C"/>
                </a:solidFill>
                <a:latin typeface="Source Sans 3"/>
                <a:ea typeface="Source Sans 3"/>
                <a:cs typeface="Source Sans 3"/>
              </a:rPr>
              <a:t>Third level</a:t>
            </a:r>
          </a:p>
          <a:p>
            <a:pPr lvl="3" algn="l">
              <a:defRPr sz="1800" b="0">
                <a:solidFill>
                  <a:srgbClr val="14181C"/>
                </a:solidFill>
                <a:latin typeface="Source Sans 3"/>
              </a:defRPr>
            </a:pPr>
            <a:r>
              <a:rPr lang="en-US" smtClean="0" sz="1800" b="0">
                <a:solidFill>
                  <a:srgbClr val="14181C"/>
                </a:solidFill>
                <a:latin typeface="Source Sans 3"/>
                <a:ea typeface="Source Sans 3"/>
                <a:cs typeface="Source Sans 3"/>
              </a:rPr>
              <a:t>Fourth level</a:t>
            </a:r>
          </a:p>
          <a:p>
            <a:pPr lvl="4" algn="l">
              <a:defRPr sz="1800" b="0">
                <a:solidFill>
                  <a:srgbClr val="14181C"/>
                </a:solidFill>
                <a:latin typeface="Source Sans 3"/>
              </a:defRPr>
            </a:pPr>
            <a:r>
              <a:rPr lang="en-US" smtClean="0" sz="1800" b="0">
                <a:solidFill>
                  <a:srgbClr val="14181C"/>
                </a:solidFill>
                <a:latin typeface="Source Sans 3"/>
                <a:ea typeface="Source Sans 3"/>
                <a:cs typeface="Source Sans 3"/>
              </a:rPr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 wrap="square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algn="l">
              <a:defRPr sz="1800" b="0">
                <a:solidFill>
                  <a:srgbClr val="14181C"/>
                </a:solidFill>
                <a:latin typeface="Source Sans 3"/>
              </a:defRPr>
            </a:pPr>
            <a:r>
              <a:rPr lang="en-US" smtClean="0" sz="1800" b="0">
                <a:solidFill>
                  <a:srgbClr val="14181C"/>
                </a:solidFill>
                <a:latin typeface="Source Sans 3"/>
                <a:ea typeface="Source Sans 3"/>
                <a:cs typeface="Source Sans 3"/>
              </a:rPr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 wrap="square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algn="l">
              <a:defRPr sz="1800" b="0">
                <a:solidFill>
                  <a:srgbClr val="14181C"/>
                </a:solidFill>
                <a:latin typeface="Source Sans 3"/>
              </a:defRPr>
            </a:pPr>
            <a:r>
              <a:rPr lang="en-US" smtClean="0" sz="1800" b="0">
                <a:solidFill>
                  <a:srgbClr val="14181C"/>
                </a:solidFill>
                <a:latin typeface="Source Sans 3"/>
                <a:ea typeface="Source Sans 3"/>
                <a:cs typeface="Source Sans 3"/>
              </a:rPr>
              <a:t>Click to edit Master text styles</a:t>
            </a:r>
          </a:p>
          <a:p>
            <a:pPr lvl="1" algn="l">
              <a:defRPr sz="1800" b="0">
                <a:solidFill>
                  <a:srgbClr val="14181C"/>
                </a:solidFill>
                <a:latin typeface="Source Sans 3"/>
              </a:defRPr>
            </a:pPr>
            <a:r>
              <a:rPr lang="en-US" smtClean="0" sz="1800" b="0">
                <a:solidFill>
                  <a:srgbClr val="14181C"/>
                </a:solidFill>
                <a:latin typeface="Source Sans 3"/>
                <a:ea typeface="Source Sans 3"/>
                <a:cs typeface="Source Sans 3"/>
              </a:rPr>
              <a:t>Second level</a:t>
            </a:r>
          </a:p>
          <a:p>
            <a:pPr lvl="2" algn="l">
              <a:defRPr sz="1800" b="0">
                <a:solidFill>
                  <a:srgbClr val="14181C"/>
                </a:solidFill>
                <a:latin typeface="Source Sans 3"/>
              </a:defRPr>
            </a:pPr>
            <a:r>
              <a:rPr lang="en-US" smtClean="0" sz="1800" b="0">
                <a:solidFill>
                  <a:srgbClr val="14181C"/>
                </a:solidFill>
                <a:latin typeface="Source Sans 3"/>
                <a:ea typeface="Source Sans 3"/>
                <a:cs typeface="Source Sans 3"/>
              </a:rPr>
              <a:t>Third level</a:t>
            </a:r>
          </a:p>
          <a:p>
            <a:pPr lvl="3" algn="l">
              <a:defRPr sz="1800" b="0">
                <a:solidFill>
                  <a:srgbClr val="14181C"/>
                </a:solidFill>
                <a:latin typeface="Source Sans 3"/>
              </a:defRPr>
            </a:pPr>
            <a:r>
              <a:rPr lang="en-US" smtClean="0" sz="1800" b="0">
                <a:solidFill>
                  <a:srgbClr val="14181C"/>
                </a:solidFill>
                <a:latin typeface="Source Sans 3"/>
                <a:ea typeface="Source Sans 3"/>
                <a:cs typeface="Source Sans 3"/>
              </a:rPr>
              <a:t>Fourth level</a:t>
            </a:r>
          </a:p>
          <a:p>
            <a:pPr lvl="4" algn="l">
              <a:defRPr sz="1800" b="0">
                <a:solidFill>
                  <a:srgbClr val="14181C"/>
                </a:solidFill>
                <a:latin typeface="Source Sans 3"/>
              </a:defRPr>
            </a:pPr>
            <a:r>
              <a:rPr lang="en-US" smtClean="0" sz="1800" b="0">
                <a:solidFill>
                  <a:srgbClr val="14181C"/>
                </a:solidFill>
                <a:latin typeface="Source Sans 3"/>
                <a:ea typeface="Source Sans 3"/>
                <a:cs typeface="Source Sans 3"/>
              </a:rPr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/>
          <a:p>
            <a:pPr algn="l">
              <a:defRPr sz="1100" b="0">
                <a:solidFill>
                  <a:srgbClr val="5A6570"/>
                </a:solidFill>
                <a:latin typeface="Source Sans 3"/>
              </a:defRPr>
            </a:pPr>
            <a:fld id="{5BCAD085-E8A6-8845-BD4E-CB4CCA059FC4}" type="datetimeFigureOut">
              <a:rPr lang="en-US" smtClean="0"/>
              <a:t>1/27/13</a:t>
            </a:fld>
            <a:r>
              <a:rPr sz="1100" b="0">
                <a:solidFill>
                  <a:srgbClr val="5A6570"/>
                </a:solidFill>
                <a:latin typeface="Source Sans 3"/>
                <a:ea typeface="Source Sans 3"/>
                <a:cs typeface="Source Sans 3"/>
              </a:rPr>
              <a:t>Internal</a:t>
            </a: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/>
          <a:p>
            <a:r>
              <a:t>Causey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384048"/>
            <a:ext cx="10881360" cy="868680"/>
          </a:xfrm>
        </p:spPr>
        <p:txBody>
          <a:bodyPr wrap="square"/>
          <a:lstStyle/>
          <a:p>
            <a:pPr algn="l">
              <a:defRPr sz="3200" b="1">
                <a:solidFill>
                  <a:srgbClr val="14181C"/>
                </a:solidFill>
                <a:latin typeface="Source Serif 4"/>
              </a:defRPr>
            </a:pPr>
            <a:r>
              <a:rPr lang="en-US" smtClean="0" sz="3200" b="1">
                <a:solidFill>
                  <a:srgbClr val="14181C"/>
                </a:solidFill>
                <a:latin typeface="Source Serif 4"/>
                <a:ea typeface="Source Serif 4"/>
                <a:cs typeface="Source Serif 4"/>
              </a:rPr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/>
          <a:p>
            <a:pPr algn="l">
              <a:defRPr sz="1100" b="0">
                <a:solidFill>
                  <a:srgbClr val="5A6570"/>
                </a:solidFill>
                <a:latin typeface="Source Sans 3"/>
              </a:defRPr>
            </a:pPr>
            <a:fld id="{5BCAD085-E8A6-8845-BD4E-CB4CCA059FC4}" type="datetimeFigureOut">
              <a:rPr lang="en-US" smtClean="0"/>
              <a:t>1/27/13</a:t>
            </a:fld>
            <a:r>
              <a:rPr sz="1100" b="0">
                <a:solidFill>
                  <a:srgbClr val="5A6570"/>
                </a:solidFill>
                <a:latin typeface="Source Sans 3"/>
                <a:ea typeface="Source Sans 3"/>
                <a:cs typeface="Source Sans 3"/>
              </a:rPr>
              <a:t>Internal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/>
          <a:p>
            <a:r>
              <a:t>Causey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/>
          <a:p>
            <a:pPr algn="l">
              <a:defRPr sz="1100" b="0">
                <a:solidFill>
                  <a:srgbClr val="5A6570"/>
                </a:solidFill>
                <a:latin typeface="Source Sans 3"/>
              </a:defRPr>
            </a:pPr>
            <a:fld id="{5BCAD085-E8A6-8845-BD4E-CB4CCA059FC4}" type="datetimeFigureOut">
              <a:rPr lang="en-US" smtClean="0"/>
              <a:t>1/27/13</a:t>
            </a:fld>
            <a:r>
              <a:rPr sz="1100" b="0">
                <a:solidFill>
                  <a:srgbClr val="5A6570"/>
                </a:solidFill>
                <a:latin typeface="Source Sans 3"/>
                <a:ea typeface="Source Sans 3"/>
                <a:cs typeface="Source Sans 3"/>
              </a:rPr>
              <a:t>Internal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/>
          <a:p>
            <a:r>
              <a:t>Causey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384048"/>
            <a:ext cx="10881360" cy="868680"/>
          </a:xfrm>
        </p:spPr>
        <p:txBody>
          <a:bodyPr anchor="b" wrap="square"/>
          <a:lstStyle>
            <a:lvl1pPr algn="l">
              <a:defRPr sz="2000" b="1"/>
            </a:lvl1pPr>
          </a:lstStyle>
          <a:p>
            <a:pPr algn="l">
              <a:defRPr sz="3200" b="1">
                <a:solidFill>
                  <a:srgbClr val="14181C"/>
                </a:solidFill>
                <a:latin typeface="Source Serif 4"/>
              </a:defRPr>
            </a:pPr>
            <a:r>
              <a:rPr lang="en-US" smtClean="0" sz="3200" b="1">
                <a:solidFill>
                  <a:srgbClr val="14181C"/>
                </a:solidFill>
                <a:latin typeface="Source Serif 4"/>
                <a:ea typeface="Source Serif 4"/>
                <a:cs typeface="Source Serif 4"/>
              </a:rPr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 wrap="square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algn="l">
              <a:defRPr sz="1800" b="0">
                <a:solidFill>
                  <a:srgbClr val="14181C"/>
                </a:solidFill>
                <a:latin typeface="Source Sans 3"/>
              </a:defRPr>
            </a:pPr>
            <a:r>
              <a:rPr lang="en-US" smtClean="0" sz="1800" b="0">
                <a:solidFill>
                  <a:srgbClr val="14181C"/>
                </a:solidFill>
                <a:latin typeface="Source Sans 3"/>
                <a:ea typeface="Source Sans 3"/>
                <a:cs typeface="Source Sans 3"/>
              </a:rPr>
              <a:t>Click to edit Master text styles</a:t>
            </a:r>
          </a:p>
          <a:p>
            <a:pPr lvl="1" algn="l">
              <a:defRPr sz="1800" b="0">
                <a:solidFill>
                  <a:srgbClr val="14181C"/>
                </a:solidFill>
                <a:latin typeface="Source Sans 3"/>
              </a:defRPr>
            </a:pPr>
            <a:r>
              <a:rPr lang="en-US" smtClean="0" sz="1800" b="0">
                <a:solidFill>
                  <a:srgbClr val="14181C"/>
                </a:solidFill>
                <a:latin typeface="Source Sans 3"/>
                <a:ea typeface="Source Sans 3"/>
                <a:cs typeface="Source Sans 3"/>
              </a:rPr>
              <a:t>Second level</a:t>
            </a:r>
          </a:p>
          <a:p>
            <a:pPr lvl="2" algn="l">
              <a:defRPr sz="1800" b="0">
                <a:solidFill>
                  <a:srgbClr val="14181C"/>
                </a:solidFill>
                <a:latin typeface="Source Sans 3"/>
              </a:defRPr>
            </a:pPr>
            <a:r>
              <a:rPr lang="en-US" smtClean="0" sz="1800" b="0">
                <a:solidFill>
                  <a:srgbClr val="14181C"/>
                </a:solidFill>
                <a:latin typeface="Source Sans 3"/>
                <a:ea typeface="Source Sans 3"/>
                <a:cs typeface="Source Sans 3"/>
              </a:rPr>
              <a:t>Third level</a:t>
            </a:r>
          </a:p>
          <a:p>
            <a:pPr lvl="3" algn="l">
              <a:defRPr sz="1800" b="0">
                <a:solidFill>
                  <a:srgbClr val="14181C"/>
                </a:solidFill>
                <a:latin typeface="Source Sans 3"/>
              </a:defRPr>
            </a:pPr>
            <a:r>
              <a:rPr lang="en-US" smtClean="0" sz="1800" b="0">
                <a:solidFill>
                  <a:srgbClr val="14181C"/>
                </a:solidFill>
                <a:latin typeface="Source Sans 3"/>
                <a:ea typeface="Source Sans 3"/>
                <a:cs typeface="Source Sans 3"/>
              </a:rPr>
              <a:t>Fourth level</a:t>
            </a:r>
          </a:p>
          <a:p>
            <a:pPr lvl="4" algn="l">
              <a:defRPr sz="1800" b="0">
                <a:solidFill>
                  <a:srgbClr val="14181C"/>
                </a:solidFill>
                <a:latin typeface="Source Sans 3"/>
              </a:defRPr>
            </a:pPr>
            <a:r>
              <a:rPr lang="en-US" smtClean="0" sz="1800" b="0">
                <a:solidFill>
                  <a:srgbClr val="14181C"/>
                </a:solidFill>
                <a:latin typeface="Source Sans 3"/>
                <a:ea typeface="Source Sans 3"/>
                <a:cs typeface="Source Sans 3"/>
              </a:rPr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 wrap="square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algn="l">
              <a:defRPr sz="1800" b="0">
                <a:solidFill>
                  <a:srgbClr val="14181C"/>
                </a:solidFill>
                <a:latin typeface="Source Sans 3"/>
              </a:defRPr>
            </a:pPr>
            <a:r>
              <a:rPr lang="en-US" smtClean="0" sz="1800" b="0">
                <a:solidFill>
                  <a:srgbClr val="14181C"/>
                </a:solidFill>
                <a:latin typeface="Source Sans 3"/>
                <a:ea typeface="Source Sans 3"/>
                <a:cs typeface="Source Sans 3"/>
              </a:rP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/>
          <a:p>
            <a:pPr algn="l">
              <a:defRPr sz="1100" b="0">
                <a:solidFill>
                  <a:srgbClr val="5A6570"/>
                </a:solidFill>
                <a:latin typeface="Source Sans 3"/>
              </a:defRPr>
            </a:pPr>
            <a:fld id="{5BCAD085-E8A6-8845-BD4E-CB4CCA059FC4}" type="datetimeFigureOut">
              <a:rPr lang="en-US" smtClean="0"/>
              <a:t>1/27/13</a:t>
            </a:fld>
            <a:r>
              <a:rPr sz="1100" b="0">
                <a:solidFill>
                  <a:srgbClr val="5A6570"/>
                </a:solidFill>
                <a:latin typeface="Source Sans 3"/>
                <a:ea typeface="Source Sans 3"/>
                <a:cs typeface="Source Sans 3"/>
              </a:rPr>
              <a:t>Internal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/>
          <a:p>
            <a:r>
              <a:t>Causey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384048"/>
            <a:ext cx="10881360" cy="868680"/>
          </a:xfrm>
        </p:spPr>
        <p:txBody>
          <a:bodyPr anchor="b" wrap="square"/>
          <a:lstStyle>
            <a:lvl1pPr algn="l">
              <a:defRPr sz="2000" b="1"/>
            </a:lvl1pPr>
          </a:lstStyle>
          <a:p>
            <a:pPr algn="l">
              <a:defRPr sz="3200" b="1">
                <a:solidFill>
                  <a:srgbClr val="14181C"/>
                </a:solidFill>
                <a:latin typeface="Source Serif 4"/>
              </a:defRPr>
            </a:pPr>
            <a:r>
              <a:rPr lang="en-US" smtClean="0" sz="3200" b="1">
                <a:solidFill>
                  <a:srgbClr val="14181C"/>
                </a:solidFill>
                <a:latin typeface="Source Serif 4"/>
                <a:ea typeface="Source Serif 4"/>
                <a:cs typeface="Source Serif 4"/>
              </a:rPr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 wrap="square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algn="l">
              <a:defRPr sz="1800" b="0">
                <a:solidFill>
                  <a:srgbClr val="14181C"/>
                </a:solidFill>
                <a:latin typeface="Source Sans 3"/>
              </a:defRPr>
            </a:pPr>
            <a:r>
              <a:rPr lang="en-US" smtClean="0" sz="1800" b="0">
                <a:solidFill>
                  <a:srgbClr val="14181C"/>
                </a:solidFill>
                <a:latin typeface="Source Sans 3"/>
                <a:ea typeface="Source Sans 3"/>
                <a:cs typeface="Source Sans 3"/>
              </a:rP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/>
          <a:p>
            <a:pPr algn="l">
              <a:defRPr sz="1100" b="0">
                <a:solidFill>
                  <a:srgbClr val="5A6570"/>
                </a:solidFill>
                <a:latin typeface="Source Sans 3"/>
              </a:defRPr>
            </a:pPr>
            <a:fld id="{5BCAD085-E8A6-8845-BD4E-CB4CCA059FC4}" type="datetimeFigureOut">
              <a:rPr lang="en-US" smtClean="0"/>
              <a:t>1/27/13</a:t>
            </a:fld>
            <a:r>
              <a:rPr sz="1100" b="0">
                <a:solidFill>
                  <a:srgbClr val="5A6570"/>
                </a:solidFill>
                <a:latin typeface="Source Sans 3"/>
                <a:ea typeface="Source Sans 3"/>
                <a:cs typeface="Source Sans 3"/>
              </a:rPr>
              <a:t>Internal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/>
          <a:p>
            <a:r>
              <a:t>Causey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384048"/>
            <a:ext cx="10881360" cy="868680"/>
          </a:xfrm>
        </p:spPr>
        <p:txBody>
          <a:bodyPr wrap="square"/>
          <a:lstStyle/>
          <a:p>
            <a:pPr algn="l">
              <a:defRPr sz="3200" b="1">
                <a:solidFill>
                  <a:srgbClr val="14181C"/>
                </a:solidFill>
                <a:latin typeface="Source Serif 4"/>
              </a:defRPr>
            </a:pPr>
            <a:r>
              <a:rPr lang="en-US" smtClean="0" sz="3200" b="1">
                <a:solidFill>
                  <a:srgbClr val="14181C"/>
                </a:solidFill>
                <a:latin typeface="Source Serif 4"/>
                <a:ea typeface="Source Serif 4"/>
                <a:cs typeface="Source Serif 4"/>
              </a:rPr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wrap="square"/>
          <a:lstStyle/>
          <a:p>
            <a:pPr lvl="0" algn="l">
              <a:defRPr sz="1800" b="0">
                <a:solidFill>
                  <a:srgbClr val="14181C"/>
                </a:solidFill>
                <a:latin typeface="Source Sans 3"/>
              </a:defRPr>
            </a:pPr>
            <a:r>
              <a:rPr lang="en-US" smtClean="0" sz="1800" b="0">
                <a:solidFill>
                  <a:srgbClr val="14181C"/>
                </a:solidFill>
                <a:latin typeface="Source Sans 3"/>
                <a:ea typeface="Source Sans 3"/>
                <a:cs typeface="Source Sans 3"/>
              </a:rPr>
              <a:t>Click to edit Master text styles</a:t>
            </a:r>
          </a:p>
          <a:p>
            <a:pPr lvl="1" algn="l">
              <a:defRPr sz="1800" b="0">
                <a:solidFill>
                  <a:srgbClr val="14181C"/>
                </a:solidFill>
                <a:latin typeface="Source Sans 3"/>
              </a:defRPr>
            </a:pPr>
            <a:r>
              <a:rPr lang="en-US" smtClean="0" sz="1800" b="0">
                <a:solidFill>
                  <a:srgbClr val="14181C"/>
                </a:solidFill>
                <a:latin typeface="Source Sans 3"/>
                <a:ea typeface="Source Sans 3"/>
                <a:cs typeface="Source Sans 3"/>
              </a:rPr>
              <a:t>Second level</a:t>
            </a:r>
          </a:p>
          <a:p>
            <a:pPr lvl="2" algn="l">
              <a:defRPr sz="1800" b="0">
                <a:solidFill>
                  <a:srgbClr val="14181C"/>
                </a:solidFill>
                <a:latin typeface="Source Sans 3"/>
              </a:defRPr>
            </a:pPr>
            <a:r>
              <a:rPr lang="en-US" smtClean="0" sz="1800" b="0">
                <a:solidFill>
                  <a:srgbClr val="14181C"/>
                </a:solidFill>
                <a:latin typeface="Source Sans 3"/>
                <a:ea typeface="Source Sans 3"/>
                <a:cs typeface="Source Sans 3"/>
              </a:rPr>
              <a:t>Third level</a:t>
            </a:r>
          </a:p>
          <a:p>
            <a:pPr lvl="3" algn="l">
              <a:defRPr sz="1800" b="0">
                <a:solidFill>
                  <a:srgbClr val="14181C"/>
                </a:solidFill>
                <a:latin typeface="Source Sans 3"/>
              </a:defRPr>
            </a:pPr>
            <a:r>
              <a:rPr lang="en-US" smtClean="0" sz="1800" b="0">
                <a:solidFill>
                  <a:srgbClr val="14181C"/>
                </a:solidFill>
                <a:latin typeface="Source Sans 3"/>
                <a:ea typeface="Source Sans 3"/>
                <a:cs typeface="Source Sans 3"/>
              </a:rPr>
              <a:t>Fourth level</a:t>
            </a:r>
          </a:p>
          <a:p>
            <a:pPr lvl="4" algn="l">
              <a:defRPr sz="1800" b="0">
                <a:solidFill>
                  <a:srgbClr val="14181C"/>
                </a:solidFill>
                <a:latin typeface="Source Sans 3"/>
              </a:defRPr>
            </a:pPr>
            <a:r>
              <a:rPr lang="en-US" smtClean="0" sz="1800" b="0">
                <a:solidFill>
                  <a:srgbClr val="14181C"/>
                </a:solidFill>
                <a:latin typeface="Source Sans 3"/>
                <a:ea typeface="Source Sans 3"/>
                <a:cs typeface="Source Sans 3"/>
              </a:rPr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/>
          <a:p>
            <a:pPr algn="l">
              <a:defRPr sz="1100" b="0">
                <a:solidFill>
                  <a:srgbClr val="5A6570"/>
                </a:solidFill>
                <a:latin typeface="Source Sans 3"/>
              </a:defRPr>
            </a:pPr>
            <a:fld id="{5BCAD085-E8A6-8845-BD4E-CB4CCA059FC4}" type="datetimeFigureOut">
              <a:rPr lang="en-US" smtClean="0"/>
              <a:t>1/27/13</a:t>
            </a:fld>
            <a:r>
              <a:rPr sz="1100" b="0">
                <a:solidFill>
                  <a:srgbClr val="5A6570"/>
                </a:solidFill>
                <a:latin typeface="Source Sans 3"/>
                <a:ea typeface="Source Sans 3"/>
                <a:cs typeface="Source Sans 3"/>
              </a:rPr>
              <a:t>Internal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/>
          <a:p>
            <a:r>
              <a:t>Causey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 wrap="square"/>
          <a:lstStyle/>
          <a:p>
            <a:pPr lvl="0" algn="l">
              <a:defRPr sz="1800" b="0">
                <a:solidFill>
                  <a:srgbClr val="14181C"/>
                </a:solidFill>
                <a:latin typeface="Source Sans 3"/>
              </a:defRPr>
            </a:pPr>
            <a:r>
              <a:rPr lang="en-US" smtClean="0" sz="1800" b="0">
                <a:solidFill>
                  <a:srgbClr val="14181C"/>
                </a:solidFill>
                <a:latin typeface="Source Sans 3"/>
                <a:ea typeface="Source Sans 3"/>
                <a:cs typeface="Source Sans 3"/>
              </a:rPr>
              <a:t>Click to edit Master text styles</a:t>
            </a:r>
          </a:p>
          <a:p>
            <a:pPr lvl="1" algn="l">
              <a:defRPr sz="1800" b="0">
                <a:solidFill>
                  <a:srgbClr val="14181C"/>
                </a:solidFill>
                <a:latin typeface="Source Sans 3"/>
              </a:defRPr>
            </a:pPr>
            <a:r>
              <a:rPr lang="en-US" smtClean="0" sz="1800" b="0">
                <a:solidFill>
                  <a:srgbClr val="14181C"/>
                </a:solidFill>
                <a:latin typeface="Source Sans 3"/>
                <a:ea typeface="Source Sans 3"/>
                <a:cs typeface="Source Sans 3"/>
              </a:rPr>
              <a:t>Second level</a:t>
            </a:r>
          </a:p>
          <a:p>
            <a:pPr lvl="2" algn="l">
              <a:defRPr sz="1800" b="0">
                <a:solidFill>
                  <a:srgbClr val="14181C"/>
                </a:solidFill>
                <a:latin typeface="Source Sans 3"/>
              </a:defRPr>
            </a:pPr>
            <a:r>
              <a:rPr lang="en-US" smtClean="0" sz="1800" b="0">
                <a:solidFill>
                  <a:srgbClr val="14181C"/>
                </a:solidFill>
                <a:latin typeface="Source Sans 3"/>
                <a:ea typeface="Source Sans 3"/>
                <a:cs typeface="Source Sans 3"/>
              </a:rPr>
              <a:t>Third level</a:t>
            </a:r>
          </a:p>
          <a:p>
            <a:pPr lvl="3" algn="l">
              <a:defRPr sz="1800" b="0">
                <a:solidFill>
                  <a:srgbClr val="14181C"/>
                </a:solidFill>
                <a:latin typeface="Source Sans 3"/>
              </a:defRPr>
            </a:pPr>
            <a:r>
              <a:rPr lang="en-US" smtClean="0" sz="1800" b="0">
                <a:solidFill>
                  <a:srgbClr val="14181C"/>
                </a:solidFill>
                <a:latin typeface="Source Sans 3"/>
                <a:ea typeface="Source Sans 3"/>
                <a:cs typeface="Source Sans 3"/>
              </a:rPr>
              <a:t>Fourth level</a:t>
            </a:r>
          </a:p>
          <a:p>
            <a:pPr lvl="4" algn="l">
              <a:defRPr sz="1800" b="0">
                <a:solidFill>
                  <a:srgbClr val="14181C"/>
                </a:solidFill>
                <a:latin typeface="Source Sans 3"/>
              </a:defRPr>
            </a:pPr>
            <a:r>
              <a:rPr lang="en-US" smtClean="0" sz="1800" b="0">
                <a:solidFill>
                  <a:srgbClr val="14181C"/>
                </a:solidFill>
                <a:latin typeface="Source Sans 3"/>
                <a:ea typeface="Source Sans 3"/>
                <a:cs typeface="Source Sans 3"/>
              </a:rPr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/>
          <a:p>
            <a:pPr algn="l">
              <a:defRPr sz="1100" b="0">
                <a:solidFill>
                  <a:srgbClr val="5A6570"/>
                </a:solidFill>
                <a:latin typeface="Source Sans 3"/>
              </a:defRPr>
            </a:pPr>
            <a:fld id="{5BCAD085-E8A6-8845-BD4E-CB4CCA059FC4}" type="datetimeFigureOut">
              <a:rPr lang="en-US" smtClean="0"/>
              <a:t>1/27/13</a:t>
            </a:fld>
            <a:r>
              <a:rPr sz="1100" b="0">
                <a:solidFill>
                  <a:srgbClr val="5A6570"/>
                </a:solidFill>
                <a:latin typeface="Source Sans 3"/>
                <a:ea typeface="Source Sans 3"/>
                <a:cs typeface="Source Sans 3"/>
              </a:rPr>
              <a:t>Internal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/>
          <a:p>
            <a:r>
              <a:t>Causey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 wrap="square">
            <a:normAutofit/>
          </a:bodyPr>
          <a:lstStyle/>
          <a:p>
            <a:pPr algn="l">
              <a:defRPr sz="3600" b="1">
                <a:solidFill>
                  <a:srgbClr val="14181C"/>
                </a:solidFill>
                <a:latin typeface="Source Serif 4"/>
              </a:defRPr>
            </a:pPr>
            <a:r>
              <a:rPr lang="en-US" smtClean="0" sz="3600" b="1">
                <a:solidFill>
                  <a:srgbClr val="14181C"/>
                </a:solidFill>
                <a:latin typeface="Source Serif 4"/>
                <a:ea typeface="Source Serif 4"/>
                <a:cs typeface="Source Serif 4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 wrap="square">
            <a:normAutofit/>
          </a:bodyPr>
          <a:lstStyle/>
          <a:p>
            <a:pPr lvl="0" algn="l">
              <a:defRPr sz="1800" b="0">
                <a:solidFill>
                  <a:srgbClr val="14181C"/>
                </a:solidFill>
                <a:latin typeface="Source Sans 3"/>
              </a:defRPr>
            </a:pPr>
            <a:r>
              <a:rPr lang="en-US" smtClean="0" sz="1800" b="0">
                <a:solidFill>
                  <a:srgbClr val="14181C"/>
                </a:solidFill>
                <a:latin typeface="Source Sans 3"/>
                <a:ea typeface="Source Sans 3"/>
                <a:cs typeface="Source Sans 3"/>
              </a:rPr>
              <a:t>Click to edit Master text styles</a:t>
            </a:r>
          </a:p>
          <a:p>
            <a:pPr lvl="1" algn="l">
              <a:defRPr sz="1800" b="0">
                <a:solidFill>
                  <a:srgbClr val="14181C"/>
                </a:solidFill>
                <a:latin typeface="Source Sans 3"/>
              </a:defRPr>
            </a:pPr>
            <a:r>
              <a:rPr lang="en-US" smtClean="0" sz="1800" b="0">
                <a:solidFill>
                  <a:srgbClr val="14181C"/>
                </a:solidFill>
                <a:latin typeface="Source Sans 3"/>
                <a:ea typeface="Source Sans 3"/>
                <a:cs typeface="Source Sans 3"/>
              </a:rPr>
              <a:t>Second level</a:t>
            </a:r>
          </a:p>
          <a:p>
            <a:pPr lvl="2" algn="l">
              <a:defRPr sz="1800" b="0">
                <a:solidFill>
                  <a:srgbClr val="14181C"/>
                </a:solidFill>
                <a:latin typeface="Source Sans 3"/>
              </a:defRPr>
            </a:pPr>
            <a:r>
              <a:rPr lang="en-US" smtClean="0" sz="1800" b="0">
                <a:solidFill>
                  <a:srgbClr val="14181C"/>
                </a:solidFill>
                <a:latin typeface="Source Sans 3"/>
                <a:ea typeface="Source Sans 3"/>
                <a:cs typeface="Source Sans 3"/>
              </a:rPr>
              <a:t>Third level</a:t>
            </a:r>
          </a:p>
          <a:p>
            <a:pPr lvl="3" algn="l">
              <a:defRPr sz="1800" b="0">
                <a:solidFill>
                  <a:srgbClr val="14181C"/>
                </a:solidFill>
                <a:latin typeface="Source Sans 3"/>
              </a:defRPr>
            </a:pPr>
            <a:r>
              <a:rPr lang="en-US" smtClean="0" sz="1800" b="0">
                <a:solidFill>
                  <a:srgbClr val="14181C"/>
                </a:solidFill>
                <a:latin typeface="Source Sans 3"/>
                <a:ea typeface="Source Sans 3"/>
                <a:cs typeface="Source Sans 3"/>
              </a:rPr>
              <a:t>Fourth level</a:t>
            </a:r>
          </a:p>
          <a:p>
            <a:pPr lvl="4" algn="l">
              <a:defRPr sz="1800" b="0">
                <a:solidFill>
                  <a:srgbClr val="14181C"/>
                </a:solidFill>
                <a:latin typeface="Source Sans 3"/>
              </a:defRPr>
            </a:pPr>
            <a:r>
              <a:rPr lang="en-US" smtClean="0" sz="1800" b="0">
                <a:solidFill>
                  <a:srgbClr val="14181C"/>
                </a:solidFill>
                <a:latin typeface="Source Sans 3"/>
                <a:ea typeface="Source Sans 3"/>
                <a:cs typeface="Source Sans 3"/>
              </a:rPr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78992" y="6565392"/>
            <a:ext cx="2926080" cy="256032"/>
          </a:xfrm>
          <a:prstGeom prst="rect">
            <a:avLst/>
          </a:prstGeom>
        </p:spPr>
        <p:txBody>
          <a:bodyPr vert="horz" lIns="91440" tIns="45720" rIns="91440" bIns="45720" rtlCol="0" anchor="ctr" wrap="square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l">
              <a:defRPr sz="1100" b="0">
                <a:solidFill>
                  <a:srgbClr val="5A6570"/>
                </a:solidFill>
                <a:latin typeface="Source Sans 3"/>
              </a:defRPr>
            </a:pPr>
            <a:fld id="{5BCAD085-E8A6-8845-BD4E-CB4CCA059FC4}" type="datetimeFigureOut">
              <a:rPr lang="en-US" smtClean="0"/>
              <a:t>1/27/13</a:t>
            </a:fld>
            <a:r>
              <a:rPr sz="1100" b="0">
                <a:solidFill>
                  <a:srgbClr val="5A6570"/>
                </a:solidFill>
                <a:latin typeface="Source Sans 3"/>
                <a:ea typeface="Source Sans 3"/>
                <a:cs typeface="Source Sans 3"/>
              </a:rPr>
              <a:t/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14800" y="6565392"/>
            <a:ext cx="4023360" cy="256032"/>
          </a:xfrm>
          <a:prstGeom prst="rect">
            <a:avLst/>
          </a:prstGeom>
        </p:spPr>
        <p:txBody>
          <a:bodyPr vert="horz" lIns="91440" tIns="45720" rIns="91440" bIns="45720" rtlCol="0" anchor="ctr" wrap="square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ctr">
              <a:defRPr sz="1100" b="0">
                <a:solidFill>
                  <a:srgbClr val="5A6570"/>
                </a:solidFill>
                <a:latin typeface="Source Sans 3"/>
              </a:defRPr>
            </a:pPr>
            <a:r>
              <a:rPr sz="1100" b="0">
                <a:solidFill>
                  <a:srgbClr val="5A6570"/>
                </a:solidFill>
                <a:latin typeface="Source Sans 3"/>
                <a:ea typeface="Source Sans 3"/>
                <a:cs typeface="Source Sans 3"/>
              </a:rPr>
              <a:t/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24160" y="6565392"/>
            <a:ext cx="1097280" cy="256032"/>
          </a:xfrm>
          <a:prstGeom prst="rect">
            <a:avLst/>
          </a:prstGeom>
        </p:spPr>
        <p:txBody>
          <a:bodyPr vert="horz" lIns="91440" tIns="45720" rIns="91440" bIns="45720" rtlCol="0" anchor="ctr" wrap="square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>
              <a:defRPr sz="1100" b="0">
                <a:solidFill>
                  <a:srgbClr val="5A6570"/>
                </a:solidFill>
                <a:latin typeface="Source Sans 3"/>
              </a:defRPr>
            </a:pPr>
            <a:fld id="{C1FF6DA9-008F-8B48-92A6-B652298478BF}" type="slidenum">
              <a:rPr lang="en-US" smtClean="0"/>
              <a:t>‹#›</a:t>
            </a:fld>
            <a:r>
              <a:rPr sz="1100" b="0">
                <a:solidFill>
                  <a:srgbClr val="5A6570"/>
                </a:solidFill>
                <a:latin typeface="Source Sans 3"/>
                <a:ea typeface="Source Sans 3"/>
                <a:cs typeface="Source Sans 3"/>
              </a:rPr>
              <a:t/>
            </a:r>
            <a:endParaRPr lang="en-US"/>
          </a:p>
        </p:txBody>
      </p:sp>
      <p:sp>
        <p:nvSpPr>
          <p:cNvPr id="7" name="Brand rail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23B3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" name="Footer rule"/>
          <p:cNvSpPr/>
          <p:nvPr/>
        </p:nvSpPr>
        <p:spPr>
          <a:xfrm>
            <a:off x="658368" y="6510528"/>
            <a:ext cx="10881360" cy="12700"/>
          </a:xfrm>
          <a:prstGeom prst="rect">
            <a:avLst/>
          </a:prstGeom>
          <a:solidFill>
            <a:srgbClr val="DFE3E6"/>
          </a:solidFill>
          <a:ln>
            <a:noFill/>
          </a:ln>
        </p:spPr>
        <p:txBody>
          <a:bodyPr/>
          <a:lstStyle/>
          <a:p>
            <a:endParaRPr/>
          </a:p>
        </p:txBody>
      </p:sp>
      <p:pic>
        <p:nvPicPr>
          <p:cNvPr id="9" name="Causey mark" descr="mark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8368" y="6565392"/>
            <a:ext cx="237744" cy="237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b="1">
          <a:solidFill>
            <a:schemeClr val="tx1"/>
          </a:solidFill>
          <a:latin typeface="Source Serif 4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Source Sans 3"/>
        <a:buChar char="•"/>
        <a:defRPr sz="3200" kern="1200">
          <a:solidFill>
            <a:schemeClr val="tx1"/>
          </a:solidFill>
          <a:latin typeface="Source Sans 3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Source Sans 3"/>
        <a:buChar char="–"/>
        <a:defRPr sz="2800" kern="1200">
          <a:solidFill>
            <a:schemeClr val="tx1"/>
          </a:solidFill>
          <a:latin typeface="Source Sans 3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Source Sans 3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Source Sans 3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Source Sans 3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Source Sans 3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Source Sans 3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Source Sans 3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Source Sans 3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Source Sans 3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Source Sans 3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Source Sans 3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Source Sans 3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Source Sans 3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Source Sans 3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Source Sans 3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Source Sans 3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Source Sans 3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" y="0"/>
            <a:ext cx="12115800" cy="635508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4400" b="1" i="0">
                <a:solidFill>
                  <a:srgbClr val="14181C"/>
                </a:solidFill>
                <a:latin typeface="Source Serif 4"/>
                <a:ea typeface="Source Serif 4"/>
                <a:cs typeface="Source Serif 4"/>
              </a:rPr>
              <a:t>[Meeting title]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5A6570"/>
                </a:solidFill>
                <a:latin typeface="Source Sans 3"/>
                <a:ea typeface="Source Sans 3"/>
                <a:cs typeface="Source Sans 3"/>
              </a:rPr>
              <a:t>Internal working deck  ·  replace this title  ·  not for external distribution</a:t>
            </a:r>
          </a:p>
        </p:txBody>
      </p:sp>
      <p:pic>
        <p:nvPicPr>
          <p:cNvPr id="5" name="Picture 4" descr="lock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051560"/>
            <a:ext cx="1482598" cy="47548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14181C"/>
                </a:solidFill>
                <a:latin typeface="Source Serif 4"/>
                <a:ea typeface="Source Serif 4"/>
                <a:cs typeface="Source Serif 4"/>
              </a:rPr>
              <a:t>Using this template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700" b="0" i="0">
                <a:solidFill>
                  <a:srgbClr val="14181C"/>
                </a:solidFill>
                <a:latin typeface="Source Sans 3"/>
                <a:ea typeface="Source Sans 3"/>
                <a:cs typeface="Source Sans 3"/>
              </a:rPr>
              <a:t>Internal only. Do not send this file to districts, clubs, families, or press as official collateral.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700" b="0" i="0">
                <a:solidFill>
                  <a:srgbClr val="14181C"/>
                </a:solidFill>
                <a:latin typeface="Source Sans 3"/>
                <a:ea typeface="Source Sans 3"/>
                <a:cs typeface="Source Sans 3"/>
              </a:rPr>
              <a:t>Duplicate an existing slide. Home → New Slide uses the branded layouts (title, section, bullets, two-column).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700" b="0" i="0">
                <a:solidFill>
                  <a:srgbClr val="14181C"/>
                </a:solidFill>
                <a:latin typeface="Source Sans 3"/>
                <a:ea typeface="Source Sans 3"/>
                <a:cs typeface="Source Sans 3"/>
              </a:rPr>
              <a:t>One job per slide. One headline. Say the next action, not “learn more.”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700" b="0" i="0">
                <a:solidFill>
                  <a:srgbClr val="14181C"/>
                </a:solidFill>
                <a:latin typeface="Source Sans 3"/>
                <a:ea typeface="Source Sans 3"/>
                <a:cs typeface="Source Sans 3"/>
              </a:rPr>
              <a:t>Do not invent listing counts, fees, pathways, or coverage. Chess search is usable; other types are incomplete.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700" b="0" i="0">
                <a:solidFill>
                  <a:srgbClr val="14181C"/>
                </a:solidFill>
                <a:latin typeface="Source Sans 3"/>
                <a:ea typeface="Source Sans 3"/>
                <a:cs typeface="Source Sans 3"/>
              </a:rPr>
              <a:t>Install Source Serif 4 and Source Sans 3 so type matches the product. Red is the action color; blue is secondary. Do not use gold.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700" b="0" i="0">
                <a:solidFill>
                  <a:srgbClr val="14181C"/>
                </a:solidFill>
                <a:latin typeface="Source Sans 3"/>
                <a:ea typeface="Source Sans 3"/>
                <a:cs typeface="Source Sans 3"/>
              </a:rPr>
              <a:t>Delete this slide once the deck has a real purpose.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14181C"/>
                </a:solidFill>
                <a:latin typeface="Source Serif 4"/>
                <a:ea typeface="Source Serif 4"/>
                <a:cs typeface="Source Serif 4"/>
              </a:rP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800" b="0" i="0">
                <a:solidFill>
                  <a:srgbClr val="14181C"/>
                </a:solidFill>
                <a:latin typeface="Source Sans 3"/>
                <a:ea typeface="Source Sans 3"/>
                <a:cs typeface="Source Sans 3"/>
              </a:rPr>
              <a:t>Context: what this meeting has to settle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800" b="0" i="0">
                <a:solidFill>
                  <a:srgbClr val="14181C"/>
                </a:solidFill>
                <a:latin typeface="Source Sans 3"/>
                <a:ea typeface="Source Sans 3"/>
                <a:cs typeface="Source Sans 3"/>
              </a:rPr>
              <a:t>What we know: evidence, not aspiration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800" b="0" i="0">
                <a:solidFill>
                  <a:srgbClr val="14181C"/>
                </a:solidFill>
                <a:latin typeface="Source Sans 3"/>
                <a:ea typeface="Source Sans 3"/>
                <a:cs typeface="Source Sans 3"/>
              </a:rPr>
              <a:t>Decision: the actual choice, with owners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800" b="0" i="0">
                <a:solidFill>
                  <a:srgbClr val="14181C"/>
                </a:solidFill>
                <a:latin typeface="Source Sans 3"/>
                <a:ea typeface="Source Sans 3"/>
                <a:cs typeface="Source Sans 3"/>
              </a:rPr>
              <a:t>Risks and open questions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800" b="0" i="0">
                <a:solidFill>
                  <a:srgbClr val="14181C"/>
                </a:solidFill>
                <a:latin typeface="Source Sans 3"/>
                <a:ea typeface="Source Sans 3"/>
                <a:cs typeface="Source Sans 3"/>
              </a:rPr>
              <a:t>Next actions: who does what by when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14181C"/>
                </a:solidFill>
                <a:latin typeface="Source Serif 4"/>
                <a:ea typeface="Source Serif 4"/>
                <a:cs typeface="Source Serif 4"/>
              </a:rPr>
              <a:t>[Section]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5A6570"/>
                </a:solidFill>
                <a:latin typeface="Source Sans 3"/>
                <a:ea typeface="Source Sans 3"/>
                <a:cs typeface="Source Sans 3"/>
              </a:rPr>
              <a:t>One sentence on why this section exists in the meeting.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14181C"/>
                </a:solidFill>
                <a:latin typeface="Source Serif 4"/>
                <a:ea typeface="Source Serif 4"/>
                <a:cs typeface="Source Serif 4"/>
              </a:rPr>
              <a:t>[What we know]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800" b="0" i="0">
                <a:solidFill>
                  <a:srgbClr val="14181C"/>
                </a:solidFill>
                <a:latin typeface="Source Sans 3"/>
                <a:ea typeface="Source Sans 3"/>
                <a:cs typeface="Source Sans 3"/>
              </a:rPr>
              <a:t>State the fact in a full sentence.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800" b="0" i="0">
                <a:solidFill>
                  <a:srgbClr val="14181C"/>
                </a:solidFill>
                <a:latin typeface="Source Sans 3"/>
                <a:ea typeface="Source Sans 3"/>
                <a:cs typeface="Source Sans 3"/>
              </a:rPr>
              <a:t>Separate verified product behavior from plans.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800" b="0" i="0">
                <a:solidFill>
                  <a:srgbClr val="14181C"/>
                </a:solidFill>
                <a:latin typeface="Source Sans 3"/>
                <a:ea typeface="Source Sans 3"/>
                <a:cs typeface="Source Sans 3"/>
              </a:rPr>
              <a:t>Name the gap if the data is incomplete.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800" b="0" i="0">
                <a:solidFill>
                  <a:srgbClr val="14181C"/>
                </a:solidFill>
                <a:latin typeface="Source Sans 3"/>
                <a:ea typeface="Source Sans 3"/>
                <a:cs typeface="Source Sans 3"/>
              </a:rPr>
              <a:t>Leave a bullet off rather than filling it with filler.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14181C"/>
                </a:solidFill>
                <a:latin typeface="Source Serif 4"/>
                <a:ea typeface="Source Serif 4"/>
                <a:cs typeface="Source Serif 4"/>
              </a:rPr>
              <a:t>[Compare / split]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 wrap="square"/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0" i="0">
                <a:solidFill>
                  <a:srgbClr val="14181C"/>
                </a:solidFill>
                <a:latin typeface="Source Sans 3"/>
                <a:ea typeface="Source Sans 3"/>
                <a:cs typeface="Source Sans 3"/>
              </a:rPr>
              <a:t>Left column heading lives in the title.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0" i="0">
                <a:solidFill>
                  <a:srgbClr val="14181C"/>
                </a:solidFill>
                <a:latin typeface="Source Sans 3"/>
                <a:ea typeface="Source Sans 3"/>
                <a:cs typeface="Source Sans 3"/>
              </a:rPr>
              <a:t>Keep both columns equally full.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0" i="0">
                <a:solidFill>
                  <a:srgbClr val="14181C"/>
                </a:solidFill>
                <a:latin typeface="Source Sans 3"/>
                <a:ea typeface="Source Sans 3"/>
                <a:cs typeface="Source Sans 3"/>
              </a:rPr>
              <a:t>If one side is thin, stack instead.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 wrap="square"/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0" i="0">
                <a:solidFill>
                  <a:srgbClr val="14181C"/>
                </a:solidFill>
                <a:latin typeface="Source Sans 3"/>
                <a:ea typeface="Source Sans 3"/>
                <a:cs typeface="Source Sans 3"/>
              </a:rPr>
              <a:t>Right column is a peer, not a caption.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0" i="0">
                <a:solidFill>
                  <a:srgbClr val="14181C"/>
                </a:solidFill>
                <a:latin typeface="Source Sans 3"/>
                <a:ea typeface="Source Sans 3"/>
                <a:cs typeface="Source Sans 3"/>
              </a:rPr>
              <a:t>Same type size as the left.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0" i="0">
                <a:solidFill>
                  <a:srgbClr val="14181C"/>
                </a:solidFill>
                <a:latin typeface="Source Sans 3"/>
                <a:ea typeface="Source Sans 3"/>
                <a:cs typeface="Source Sans 3"/>
              </a:rPr>
              <a:t>End with the implication for the decision.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14181C"/>
                </a:solidFill>
                <a:latin typeface="Source Serif 4"/>
                <a:ea typeface="Source Serif 4"/>
                <a:cs typeface="Source Serif 4"/>
              </a:rPr>
              <a:t>[Three workstreams]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1417320"/>
            <a:ext cx="3474720" cy="4480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F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1417320"/>
            <a:ext cx="64008" cy="4480560"/>
          </a:xfrm>
          <a:prstGeom prst="rect">
            <a:avLst/>
          </a:prstGeom>
          <a:solidFill>
            <a:srgbClr val="C23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18488"/>
            <a:ext cx="31089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C23B32"/>
                </a:solidFill>
                <a:latin typeface="Source Sans 3"/>
                <a:ea typeface="Source Sans 3"/>
                <a:cs typeface="Source Sans 3"/>
              </a:rPr>
              <a:t>Students &amp; families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84248"/>
            <a:ext cx="3108960" cy="37673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14181C"/>
                </a:solidFill>
                <a:latin typeface="Source Sans 3"/>
                <a:ea typeface="Source Sans 3"/>
                <a:cs typeface="Source Sans 3"/>
              </a:rPr>
              <a:t>Discover, track, reminders, and the next action for each child. Not a feature tour.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61688" y="1417320"/>
            <a:ext cx="3474720" cy="4480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F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61688" y="1417320"/>
            <a:ext cx="64008" cy="4480560"/>
          </a:xfrm>
          <a:prstGeom prst="rect">
            <a:avLst/>
          </a:prstGeom>
          <a:solidFill>
            <a:srgbClr val="C23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618488"/>
            <a:ext cx="31089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C23B32"/>
                </a:solidFill>
                <a:latin typeface="Source Sans 3"/>
                <a:ea typeface="Source Sans 3"/>
                <a:cs typeface="Source Sans 3"/>
              </a:rPr>
              <a:t>Club / team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1984248"/>
            <a:ext cx="3108960" cy="37673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14181C"/>
                </a:solidFill>
                <a:latin typeface="Source Sans 3"/>
                <a:ea typeface="Source Sans 3"/>
                <a:cs typeface="Source Sans 3"/>
              </a:rPr>
              <a:t>Roster → travel or host → attendance → results → season report. Copy says Club/Team.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65008" y="1417320"/>
            <a:ext cx="3474720" cy="4480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F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65008" y="1417320"/>
            <a:ext cx="64008" cy="4480560"/>
          </a:xfrm>
          <a:prstGeom prst="rect">
            <a:avLst/>
          </a:prstGeom>
          <a:solidFill>
            <a:srgbClr val="C23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1618488"/>
            <a:ext cx="31089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C23B32"/>
                </a:solidFill>
                <a:latin typeface="Source Sans 3"/>
                <a:ea typeface="Source Sans 3"/>
                <a:cs typeface="Source Sans 3"/>
              </a:rPr>
              <a:t>School / district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1984248"/>
            <a:ext cx="3108960" cy="37673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14181C"/>
                </a:solidFill>
                <a:latin typeface="Source Sans 3"/>
                <a:ea typeface="Source Sans 3"/>
                <a:cs typeface="Source Sans 3"/>
              </a:rPr>
              <a:t>Provision schools, hand off, host school and district events, family RSVP, aggregate reports.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14181C"/>
                </a:solidFill>
                <a:latin typeface="Source Serif 4"/>
                <a:ea typeface="Source Serif 4"/>
                <a:cs typeface="Source Serif 4"/>
              </a:rPr>
              <a:t>Decision needed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1417320"/>
            <a:ext cx="10881360" cy="1965960"/>
          </a:xfrm>
          <a:prstGeom prst="roundRect">
            <a:avLst>
              <a:gd name="adj" fmla="val 4000"/>
            </a:avLst>
          </a:prstGeom>
          <a:solidFill>
            <a:srgbClr val="F8E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1600200"/>
            <a:ext cx="104241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C23B32"/>
                </a:solidFill>
                <a:latin typeface="Source Sans 3"/>
                <a:ea typeface="Source Sans 3"/>
                <a:cs typeface="Source Sans 3"/>
              </a:rPr>
              <a:t>THE CHOICE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1938528"/>
            <a:ext cx="1042416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14181C"/>
                </a:solidFill>
                <a:latin typeface="Source Serif 4"/>
                <a:ea typeface="Source Serif 4"/>
                <a:cs typeface="Source Serif 4"/>
              </a:rPr>
              <a:t>[Write the decision as a sentence a person can say yes or no to.]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3566160"/>
            <a:ext cx="5303520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F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3566160"/>
            <a:ext cx="64008" cy="2331720"/>
          </a:xfrm>
          <a:prstGeom prst="rect">
            <a:avLst/>
          </a:prstGeom>
          <a:solidFill>
            <a:srgbClr val="C23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767328"/>
            <a:ext cx="49377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C23B32"/>
                </a:solidFill>
                <a:latin typeface="Source Sans 3"/>
                <a:ea typeface="Source Sans 3"/>
                <a:cs typeface="Source Sans 3"/>
              </a:rPr>
              <a:t>If we do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33088"/>
            <a:ext cx="4937760" cy="1618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14181C"/>
                </a:solidFill>
                <a:latin typeface="Source Sans 3"/>
                <a:ea typeface="Source Sans 3"/>
                <a:cs typeface="Source Sans 3"/>
              </a:rPr>
              <a:t>[What changes in the product or the pilot. Owner. Date.]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6208" y="3566160"/>
            <a:ext cx="5303520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F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36208" y="3566160"/>
            <a:ext cx="64008" cy="2331720"/>
          </a:xfrm>
          <a:prstGeom prst="rect">
            <a:avLst/>
          </a:prstGeom>
          <a:solidFill>
            <a:srgbClr val="4A8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3767328"/>
            <a:ext cx="49377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3A7AA3"/>
                </a:solidFill>
                <a:latin typeface="Source Sans 3"/>
                <a:ea typeface="Source Sans 3"/>
                <a:cs typeface="Source Sans 3"/>
              </a:rPr>
              <a:t>If we wait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4133088"/>
            <a:ext cx="4937760" cy="1618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14181C"/>
                </a:solidFill>
                <a:latin typeface="Source Sans 3"/>
                <a:ea typeface="Source Sans 3"/>
                <a:cs typeface="Source Sans 3"/>
              </a:rPr>
              <a:t>[What stays true. What gets worse. Who is blocked.]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108813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C23B32"/>
                </a:solidFill>
                <a:latin typeface="Source Sans 3"/>
                <a:ea typeface="Source Sans 3"/>
                <a:cs typeface="Source Sans 3"/>
              </a:rPr>
              <a:t>PRINCIPLE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965960"/>
            <a:ext cx="10607040" cy="2194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800" b="1" i="0">
                <a:solidFill>
                  <a:srgbClr val="14181C"/>
                </a:solidFill>
                <a:latin typeface="Source Serif 4"/>
                <a:ea typeface="Source Serif 4"/>
                <a:cs typeface="Source Serif 4"/>
              </a:rPr>
              <a:t>Connecting talent to opportunity should not depend on zip code, insider knowledge, or a polished-looking product we have not actually built.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4434840"/>
            <a:ext cx="1060704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5A6570"/>
                </a:solidFill>
                <a:latin typeface="Source Sans 3"/>
                <a:ea typeface="Source Sans 3"/>
                <a:cs typeface="Source Sans 3"/>
              </a:rPr>
              <a:t>Use this layout for a constraint the room has to keep, not for decoration.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14181C"/>
                </a:solidFill>
                <a:latin typeface="Source Serif 4"/>
                <a:ea typeface="Source Serif 4"/>
                <a:cs typeface="Source Serif 4"/>
              </a:rPr>
              <a:t>Status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58368" y="1417320"/>
          <a:ext cx="10881360" cy="4434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011680"/>
                <a:gridCol w="4023360"/>
                <a:gridCol w="2468880"/>
              </a:tblGrid>
              <a:tr h="88696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Source Sans 3"/>
                          <a:ea typeface="Source Sans 3"/>
                          <a:cs typeface="Source Sans 3"/>
                        </a:rPr>
                        <a:t>Surface</a:t>
                      </a:r>
                    </a:p>
                  </a:txBody>
                  <a:tcPr marL="109728" marR="109728" marT="73152" marB="73152">
                    <a:solidFill>
                      <a:srgbClr val="C23B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Source Sans 3"/>
                          <a:ea typeface="Source Sans 3"/>
                          <a:cs typeface="Source Sans 3"/>
                        </a:rPr>
                        <a:t>State</a:t>
                      </a:r>
                    </a:p>
                  </a:txBody>
                  <a:tcPr marL="109728" marR="109728" marT="73152" marB="73152">
                    <a:solidFill>
                      <a:srgbClr val="C23B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Source Sans 3"/>
                          <a:ea typeface="Source Sans 3"/>
                          <a:cs typeface="Source Sans 3"/>
                        </a:rPr>
                        <a:t>What is true</a:t>
                      </a:r>
                    </a:p>
                  </a:txBody>
                  <a:tcPr marL="109728" marR="109728" marT="73152" marB="73152">
                    <a:solidFill>
                      <a:srgbClr val="C23B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Source Sans 3"/>
                          <a:ea typeface="Source Sans 3"/>
                          <a:cs typeface="Source Sans 3"/>
                        </a:rPr>
                        <a:t>Owner</a:t>
                      </a:r>
                    </a:p>
                  </a:txBody>
                  <a:tcPr marL="109728" marR="109728" marT="73152" marB="73152">
                    <a:solidFill>
                      <a:srgbClr val="C23B32"/>
                    </a:solidFill>
                  </a:tcPr>
                </a:tc>
              </a:tr>
              <a:tr h="88696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4181C"/>
                          </a:solidFill>
                          <a:latin typeface="Source Sans 3"/>
                          <a:ea typeface="Source Sans 3"/>
                          <a:cs typeface="Source Sans 3"/>
                        </a:rPr>
                        <a:t>Chess discovery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4181C"/>
                          </a:solidFill>
                          <a:latin typeface="Source Sans 3"/>
                          <a:ea typeface="Source Sans 3"/>
                          <a:cs typeface="Source Sans 3"/>
                        </a:rPr>
                        <a:t>Usable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4181C"/>
                          </a:solidFill>
                          <a:latin typeface="Source Sans 3"/>
                          <a:ea typeface="Source Sans 3"/>
                          <a:cs typeface="Source Sans 3"/>
                        </a:rPr>
                        <a:t>Search works; coverage is still incomplete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4181C"/>
                          </a:solidFill>
                          <a:latin typeface="Source Sans 3"/>
                          <a:ea typeface="Source Sans 3"/>
                          <a:cs typeface="Source Sans 3"/>
                        </a:rPr>
                        <a:t>[name]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</a:tr>
              <a:tr h="88696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4181C"/>
                          </a:solidFill>
                          <a:latin typeface="Source Sans 3"/>
                          <a:ea typeface="Source Sans 3"/>
                          <a:cs typeface="Source Sans 3"/>
                        </a:rPr>
                        <a:t>Other competition types</a:t>
                      </a:r>
                    </a:p>
                  </a:txBody>
                  <a:tcPr marL="109728" marR="109728" marT="73152" marB="73152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4181C"/>
                          </a:solidFill>
                          <a:latin typeface="Source Sans 3"/>
                          <a:ea typeface="Source Sans 3"/>
                          <a:cs typeface="Source Sans 3"/>
                        </a:rPr>
                        <a:t>Thin</a:t>
                      </a:r>
                    </a:p>
                  </a:txBody>
                  <a:tcPr marL="109728" marR="109728" marT="73152" marB="73152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4181C"/>
                          </a:solidFill>
                          <a:latin typeface="Source Sans 3"/>
                          <a:ea typeface="Source Sans 3"/>
                          <a:cs typeface="Source Sans 3"/>
                        </a:rPr>
                        <a:t>Few official sources; expect sparse results</a:t>
                      </a:r>
                    </a:p>
                  </a:txBody>
                  <a:tcPr marL="109728" marR="109728" marT="73152" marB="73152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4181C"/>
                          </a:solidFill>
                          <a:latin typeface="Source Sans 3"/>
                          <a:ea typeface="Source Sans 3"/>
                          <a:cs typeface="Source Sans 3"/>
                        </a:rPr>
                        <a:t>[name]</a:t>
                      </a:r>
                    </a:p>
                  </a:txBody>
                  <a:tcPr marL="109728" marR="109728" marT="73152" marB="73152">
                    <a:solidFill>
                      <a:srgbClr val="F2F5F8"/>
                    </a:solidFill>
                  </a:tcPr>
                </a:tc>
              </a:tr>
              <a:tr h="88696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4181C"/>
                          </a:solidFill>
                          <a:latin typeface="Source Sans 3"/>
                          <a:ea typeface="Source Sans 3"/>
                          <a:cs typeface="Source Sans 3"/>
                        </a:rPr>
                        <a:t>Club / team workspace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4181C"/>
                          </a:solidFill>
                          <a:latin typeface="Source Sans 3"/>
                          <a:ea typeface="Source Sans 3"/>
                          <a:cs typeface="Source Sans 3"/>
                        </a:rPr>
                        <a:t>In progress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4181C"/>
                          </a:solidFill>
                          <a:latin typeface="Source Sans 3"/>
                          <a:ea typeface="Source Sans 3"/>
                          <a:cs typeface="Source Sans 3"/>
                        </a:rPr>
                        <a:t>Walk roster through results, not a public directory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4181C"/>
                          </a:solidFill>
                          <a:latin typeface="Source Sans 3"/>
                          <a:ea typeface="Source Sans 3"/>
                          <a:cs typeface="Source Sans 3"/>
                        </a:rPr>
                        <a:t>[name]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</a:tr>
              <a:tr h="88696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4181C"/>
                          </a:solidFill>
                          <a:latin typeface="Source Sans 3"/>
                          <a:ea typeface="Source Sans 3"/>
                          <a:cs typeface="Source Sans 3"/>
                        </a:rPr>
                        <a:t>District workspace</a:t>
                      </a:r>
                    </a:p>
                  </a:txBody>
                  <a:tcPr marL="109728" marR="109728" marT="73152" marB="73152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4181C"/>
                          </a:solidFill>
                          <a:latin typeface="Source Sans 3"/>
                          <a:ea typeface="Source Sans 3"/>
                          <a:cs typeface="Source Sans 3"/>
                        </a:rPr>
                        <a:t>Assisted pilot</a:t>
                      </a:r>
                    </a:p>
                  </a:txBody>
                  <a:tcPr marL="109728" marR="109728" marT="73152" marB="73152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4181C"/>
                          </a:solidFill>
                          <a:latin typeface="Source Sans 3"/>
                          <a:ea typeface="Source Sans 3"/>
                          <a:cs typeface="Source Sans 3"/>
                        </a:rPr>
                        <a:t>No self-serve district signup; reports fail closed</a:t>
                      </a:r>
                    </a:p>
                  </a:txBody>
                  <a:tcPr marL="109728" marR="109728" marT="73152" marB="73152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4181C"/>
                          </a:solidFill>
                          <a:latin typeface="Source Sans 3"/>
                          <a:ea typeface="Source Sans 3"/>
                          <a:cs typeface="Source Sans 3"/>
                        </a:rPr>
                        <a:t>[name]</a:t>
                      </a:r>
                    </a:p>
                  </a:txBody>
                  <a:tcPr marL="109728" marR="109728" marT="73152" marB="73152">
                    <a:solidFill>
                      <a:srgbClr val="F2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14181C"/>
                </a:solidFill>
                <a:latin typeface="Source Serif 4"/>
                <a:ea typeface="Source Serif 4"/>
                <a:cs typeface="Source Serif 4"/>
              </a:rPr>
              <a:t>Next actions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800" b="0" i="0">
                <a:solidFill>
                  <a:srgbClr val="14181C"/>
                </a:solidFill>
                <a:latin typeface="Source Sans 3"/>
                <a:ea typeface="Source Sans 3"/>
                <a:cs typeface="Source Sans 3"/>
              </a:rPr>
              <a:t>[Owner]  ·  [action]  ·  [date]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800" b="0" i="0">
                <a:solidFill>
                  <a:srgbClr val="14181C"/>
                </a:solidFill>
                <a:latin typeface="Source Sans 3"/>
                <a:ea typeface="Source Sans 3"/>
                <a:cs typeface="Source Sans 3"/>
              </a:rPr>
              <a:t>[Owner]  ·  [action]  ·  [date]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800" b="0" i="0">
                <a:solidFill>
                  <a:srgbClr val="14181C"/>
                </a:solidFill>
                <a:latin typeface="Source Sans 3"/>
                <a:ea typeface="Source Sans 3"/>
                <a:cs typeface="Source Sans 3"/>
              </a:rPr>
              <a:t>[Owner]  ·  [action]  ·  [date]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800" b="0" i="0">
                <a:solidFill>
                  <a:srgbClr val="14181C"/>
                </a:solidFill>
                <a:latin typeface="Source Sans 3"/>
                <a:ea typeface="Source Sans 3"/>
                <a:cs typeface="Source Sans 3"/>
              </a:rPr>
              <a:t>Write the first concrete step, not a theme.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148840"/>
          </a:xfrm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600" b="1" i="0">
                <a:solidFill>
                  <a:srgbClr val="14181C"/>
                </a:solidFill>
                <a:latin typeface="Source Serif 4"/>
                <a:ea typeface="Source Serif 4"/>
                <a:cs typeface="Source Serif 4"/>
              </a:rPr>
              <a:t>[What happens next]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5A6570"/>
                </a:solidFill>
                <a:latin typeface="Source Sans 3"/>
                <a:ea typeface="Source Sans 3"/>
                <a:cs typeface="Source Sans 3"/>
              </a:rPr>
              <a:t>Internal. Questions stay in this room until they have an owner.</a:t>
            </a:r>
          </a:p>
        </p:txBody>
      </p:sp>
      <p:pic>
        <p:nvPicPr>
          <p:cNvPr id="4" name="Picture 3" descr="l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417320"/>
            <a:ext cx="1368552" cy="43891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ausey">
      <a:dk1>
        <a:srgbClr val="14181C"/>
      </a:dk1>
      <a:lt1>
        <a:srgbClr val="FFFFFF"/>
      </a:lt1>
      <a:dk2>
        <a:srgbClr val="3A4450"/>
      </a:dk2>
      <a:lt2>
        <a:srgbClr val="F5F9FC"/>
      </a:lt2>
      <a:accent1>
        <a:srgbClr val="C23B32"/>
      </a:accent1>
      <a:accent2>
        <a:srgbClr val="4A8EB8"/>
      </a:accent2>
      <a:accent3>
        <a:srgbClr val="3A7AA3"/>
      </a:accent3>
      <a:accent4>
        <a:srgbClr val="5A6570"/>
      </a:accent4>
      <a:accent5>
        <a:srgbClr val="D4E8F4"/>
      </a:accent5>
      <a:accent6>
        <a:srgbClr val="F8E8E6"/>
      </a:accent6>
      <a:hlink>
        <a:srgbClr val="C23B32"/>
      </a:hlink>
      <a:folHlink>
        <a:srgbClr val="800080"/>
      </a:folHlink>
    </a:clrScheme>
    <a:fontScheme name="Causey">
      <a:majorFont>
        <a:latin typeface="Source Serif 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Source Sans 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Causey Internal</dc:title>
  <dc:subject>Internal working deck</dc:subject>
  <dc:creator>Causey</dc:creator>
  <cp:keywords/>
  <dc:description>Internal use only. Not for external distribution.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